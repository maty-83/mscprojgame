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C107DA-FD3C-99F1-75A4-564C9F30C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sz="6000" dirty="0"/>
              <a:t>Game test</a:t>
            </a:r>
            <a:endParaRPr lang="en-GB" sz="60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4081E79-35DE-6489-5430-FD8C7D5AD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3983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0546C8-9436-0EF1-B9F3-B8401147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400" dirty="0" err="1"/>
              <a:t>Important</a:t>
            </a:r>
            <a:r>
              <a:rPr lang="cs-CZ" sz="4400" dirty="0"/>
              <a:t> </a:t>
            </a:r>
            <a:r>
              <a:rPr lang="cs-CZ" sz="4400" dirty="0" err="1"/>
              <a:t>bits</a:t>
            </a:r>
            <a:r>
              <a:rPr lang="cs-CZ" sz="4400" dirty="0"/>
              <a:t> up front</a:t>
            </a:r>
            <a:endParaRPr lang="en-GB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A1208C-90A7-239E-3D98-4A953EFA5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294244"/>
          </a:xfrm>
        </p:spPr>
        <p:txBody>
          <a:bodyPr anchor="t">
            <a:normAutofit fontScale="92500" lnSpcReduction="10000"/>
          </a:bodyPr>
          <a:lstStyle/>
          <a:p>
            <a:r>
              <a:rPr lang="cs-CZ" dirty="0"/>
              <a:t>Controls </a:t>
            </a:r>
            <a:r>
              <a:rPr lang="cs-CZ" dirty="0" err="1"/>
              <a:t>like</a:t>
            </a:r>
            <a:r>
              <a:rPr lang="cs-CZ" dirty="0"/>
              <a:t> in E:D</a:t>
            </a:r>
          </a:p>
          <a:p>
            <a:r>
              <a:rPr lang="cs-CZ" dirty="0" err="1"/>
              <a:t>That</a:t>
            </a:r>
            <a:r>
              <a:rPr lang="cs-CZ" dirty="0"/>
              <a:t> </a:t>
            </a:r>
            <a:r>
              <a:rPr lang="cs-CZ" dirty="0" err="1"/>
              <a:t>means</a:t>
            </a:r>
            <a:r>
              <a:rPr lang="cs-CZ" dirty="0"/>
              <a:t>:</a:t>
            </a:r>
          </a:p>
          <a:p>
            <a:pPr lvl="1"/>
            <a:r>
              <a:rPr lang="cs-CZ" dirty="0"/>
              <a:t>W/S Forward/</a:t>
            </a:r>
            <a:r>
              <a:rPr lang="cs-CZ" dirty="0" err="1"/>
              <a:t>Back</a:t>
            </a:r>
            <a:endParaRPr lang="cs-CZ" dirty="0"/>
          </a:p>
          <a:p>
            <a:pPr lvl="1"/>
            <a:r>
              <a:rPr lang="cs-CZ" dirty="0"/>
              <a:t>Q/E </a:t>
            </a:r>
            <a:r>
              <a:rPr lang="cs-CZ" dirty="0" err="1"/>
              <a:t>Left</a:t>
            </a:r>
            <a:r>
              <a:rPr lang="cs-CZ" dirty="0"/>
              <a:t>/</a:t>
            </a:r>
            <a:r>
              <a:rPr lang="cs-CZ" dirty="0" err="1"/>
              <a:t>Right</a:t>
            </a:r>
            <a:endParaRPr lang="cs-CZ" dirty="0"/>
          </a:p>
          <a:p>
            <a:pPr lvl="1"/>
            <a:r>
              <a:rPr lang="cs-CZ" dirty="0"/>
              <a:t>R/F Up/Down</a:t>
            </a:r>
          </a:p>
          <a:p>
            <a:pPr lvl="1"/>
            <a:r>
              <a:rPr lang="cs-CZ" dirty="0"/>
              <a:t>A/D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either</a:t>
            </a:r>
            <a:r>
              <a:rPr lang="cs-CZ" dirty="0"/>
              <a:t> </a:t>
            </a:r>
            <a:r>
              <a:rPr lang="cs-CZ" dirty="0" err="1"/>
              <a:t>Yaw</a:t>
            </a:r>
            <a:r>
              <a:rPr lang="cs-CZ" dirty="0"/>
              <a:t> </a:t>
            </a:r>
            <a:r>
              <a:rPr lang="cs-CZ" dirty="0" err="1"/>
              <a:t>or</a:t>
            </a:r>
            <a:r>
              <a:rPr lang="cs-CZ" dirty="0"/>
              <a:t> </a:t>
            </a:r>
            <a:r>
              <a:rPr lang="cs-CZ" dirty="0" err="1"/>
              <a:t>Roll</a:t>
            </a:r>
            <a:r>
              <a:rPr lang="cs-CZ" dirty="0"/>
              <a:t> (Set </a:t>
            </a:r>
            <a:r>
              <a:rPr lang="cs-CZ" dirty="0" err="1"/>
              <a:t>it</a:t>
            </a:r>
            <a:r>
              <a:rPr lang="cs-CZ" dirty="0"/>
              <a:t> up)</a:t>
            </a:r>
          </a:p>
          <a:p>
            <a:pPr lvl="1"/>
            <a:r>
              <a:rPr lang="cs-CZ" dirty="0" err="1"/>
              <a:t>Remaining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Pitch</a:t>
            </a:r>
            <a:r>
              <a:rPr lang="cs-CZ" dirty="0"/>
              <a:t>/</a:t>
            </a:r>
            <a:r>
              <a:rPr lang="cs-CZ" dirty="0" err="1"/>
              <a:t>Yaw</a:t>
            </a:r>
            <a:r>
              <a:rPr lang="cs-CZ" dirty="0"/>
              <a:t>/</a:t>
            </a:r>
            <a:r>
              <a:rPr lang="cs-CZ" dirty="0" err="1"/>
              <a:t>Roll</a:t>
            </a:r>
            <a:r>
              <a:rPr lang="cs-CZ" dirty="0"/>
              <a:t> on </a:t>
            </a:r>
            <a:r>
              <a:rPr lang="cs-CZ" dirty="0" err="1"/>
              <a:t>mouse</a:t>
            </a:r>
            <a:r>
              <a:rPr lang="cs-CZ" dirty="0"/>
              <a:t>, OR </a:t>
            </a:r>
            <a:r>
              <a:rPr lang="cs-CZ" dirty="0" err="1"/>
              <a:t>with</a:t>
            </a:r>
            <a:r>
              <a:rPr lang="cs-CZ" dirty="0"/>
              <a:t> KB-</a:t>
            </a:r>
            <a:r>
              <a:rPr lang="cs-CZ" dirty="0" err="1"/>
              <a:t>only</a:t>
            </a:r>
            <a:r>
              <a:rPr lang="cs-CZ" dirty="0"/>
              <a:t> </a:t>
            </a:r>
            <a:r>
              <a:rPr lang="cs-CZ" dirty="0" err="1"/>
              <a:t>controls</a:t>
            </a:r>
            <a:r>
              <a:rPr lang="cs-CZ" dirty="0"/>
              <a:t>, on I/K and J/L</a:t>
            </a:r>
          </a:p>
          <a:p>
            <a:r>
              <a:rPr lang="cs-CZ" dirty="0" err="1"/>
              <a:t>Backspace</a:t>
            </a:r>
            <a:r>
              <a:rPr lang="cs-CZ" dirty="0"/>
              <a:t> </a:t>
            </a:r>
            <a:r>
              <a:rPr lang="cs-CZ" dirty="0" err="1"/>
              <a:t>will</a:t>
            </a:r>
            <a:r>
              <a:rPr lang="cs-CZ" dirty="0"/>
              <a:t> </a:t>
            </a:r>
            <a:r>
              <a:rPr lang="cs-CZ" i="1" dirty="0"/>
              <a:t>restart </a:t>
            </a:r>
            <a:r>
              <a:rPr lang="cs-CZ" dirty="0"/>
              <a:t>a level, </a:t>
            </a:r>
            <a:r>
              <a:rPr lang="cs-CZ" dirty="0" err="1"/>
              <a:t>Escape</a:t>
            </a:r>
            <a:r>
              <a:rPr lang="cs-CZ" dirty="0"/>
              <a:t> </a:t>
            </a:r>
            <a:r>
              <a:rPr lang="cs-CZ" dirty="0" err="1"/>
              <a:t>brings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back</a:t>
            </a:r>
            <a:r>
              <a:rPr lang="cs-CZ" dirty="0"/>
              <a:t> to </a:t>
            </a:r>
            <a:r>
              <a:rPr lang="cs-CZ" dirty="0" err="1"/>
              <a:t>the</a:t>
            </a:r>
            <a:r>
              <a:rPr lang="cs-CZ" dirty="0"/>
              <a:t> menu.</a:t>
            </a:r>
          </a:p>
          <a:p>
            <a:r>
              <a:rPr lang="cs-CZ" dirty="0" err="1"/>
              <a:t>How</a:t>
            </a:r>
            <a:r>
              <a:rPr lang="cs-CZ" dirty="0"/>
              <a:t> to play?</a:t>
            </a:r>
          </a:p>
          <a:p>
            <a:pPr lvl="1"/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can</a:t>
            </a:r>
            <a:r>
              <a:rPr lang="cs-CZ" dirty="0"/>
              <a:t> </a:t>
            </a:r>
            <a:r>
              <a:rPr lang="cs-CZ" dirty="0" err="1"/>
              <a:t>fly</a:t>
            </a:r>
            <a:r>
              <a:rPr lang="cs-CZ" dirty="0"/>
              <a:t> in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flight</a:t>
            </a:r>
            <a:r>
              <a:rPr lang="cs-CZ" dirty="0"/>
              <a:t> test to test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handling</a:t>
            </a:r>
            <a:r>
              <a:rPr lang="cs-CZ" dirty="0"/>
              <a:t> (</a:t>
            </a:r>
            <a:r>
              <a:rPr lang="cs-CZ" dirty="0" err="1"/>
              <a:t>Including</a:t>
            </a:r>
            <a:r>
              <a:rPr lang="cs-CZ" dirty="0"/>
              <a:t> a handy </a:t>
            </a:r>
            <a:r>
              <a:rPr lang="cs-CZ" dirty="0" err="1"/>
              <a:t>obstacle</a:t>
            </a:r>
            <a:r>
              <a:rPr lang="cs-CZ" dirty="0"/>
              <a:t> </a:t>
            </a:r>
            <a:r>
              <a:rPr lang="cs-CZ" dirty="0" err="1"/>
              <a:t>field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Or </a:t>
            </a:r>
            <a:r>
              <a:rPr lang="cs-CZ" dirty="0" err="1"/>
              <a:t>try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prototype level (</a:t>
            </a:r>
            <a:r>
              <a:rPr lang="cs-CZ" dirty="0" err="1"/>
              <a:t>Pass</a:t>
            </a:r>
            <a:r>
              <a:rPr lang="cs-CZ" dirty="0"/>
              <a:t> </a:t>
            </a:r>
            <a:r>
              <a:rPr lang="cs-CZ" dirty="0" err="1"/>
              <a:t>through</a:t>
            </a:r>
            <a:r>
              <a:rPr lang="cs-CZ" dirty="0"/>
              <a:t> </a:t>
            </a:r>
            <a:r>
              <a:rPr lang="cs-CZ" dirty="0" err="1"/>
              <a:t>all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checkpoint </a:t>
            </a:r>
            <a:r>
              <a:rPr lang="cs-CZ" dirty="0" err="1"/>
              <a:t>rings</a:t>
            </a:r>
            <a:r>
              <a:rPr lang="cs-CZ" dirty="0"/>
              <a:t> </a:t>
            </a:r>
            <a:r>
              <a:rPr lang="cs-CZ" dirty="0" err="1"/>
              <a:t>that</a:t>
            </a:r>
            <a:r>
              <a:rPr lang="cs-CZ" dirty="0"/>
              <a:t> </a:t>
            </a:r>
            <a:r>
              <a:rPr lang="cs-CZ" dirty="0" err="1"/>
              <a:t>have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translucent</a:t>
            </a:r>
            <a:r>
              <a:rPr lang="cs-CZ" dirty="0"/>
              <a:t> </a:t>
            </a:r>
            <a:r>
              <a:rPr lang="cs-CZ" dirty="0" err="1"/>
              <a:t>barrier</a:t>
            </a:r>
            <a:r>
              <a:rPr lang="cs-CZ" dirty="0"/>
              <a:t> and </a:t>
            </a:r>
            <a:r>
              <a:rPr lang="cs-CZ" dirty="0" err="1"/>
              <a:t>into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finish</a:t>
            </a:r>
            <a:r>
              <a:rPr lang="cs-CZ" dirty="0"/>
              <a:t>!)</a:t>
            </a:r>
          </a:p>
          <a:p>
            <a:pPr lvl="1"/>
            <a:r>
              <a:rPr lang="cs-CZ" dirty="0"/>
              <a:t>Try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different</a:t>
            </a:r>
            <a:r>
              <a:rPr lang="cs-CZ" dirty="0"/>
              <a:t> </a:t>
            </a:r>
            <a:r>
              <a:rPr lang="cs-CZ" dirty="0" err="1"/>
              <a:t>control</a:t>
            </a:r>
            <a:r>
              <a:rPr lang="cs-CZ" dirty="0"/>
              <a:t> </a:t>
            </a:r>
            <a:r>
              <a:rPr lang="cs-CZ" dirty="0" err="1"/>
              <a:t>options</a:t>
            </a:r>
            <a:r>
              <a:rPr lang="cs-CZ" dirty="0"/>
              <a:t>! </a:t>
            </a:r>
            <a:r>
              <a:rPr lang="cs-CZ" dirty="0" err="1"/>
              <a:t>Ask</a:t>
            </a:r>
            <a:r>
              <a:rPr lang="cs-CZ" dirty="0"/>
              <a:t> </a:t>
            </a:r>
            <a:r>
              <a:rPr lang="cs-CZ" dirty="0" err="1"/>
              <a:t>if</a:t>
            </a:r>
            <a:r>
              <a:rPr lang="cs-CZ" dirty="0"/>
              <a:t> </a:t>
            </a:r>
            <a:r>
              <a:rPr lang="cs-CZ" dirty="0" err="1"/>
              <a:t>it‘s</a:t>
            </a:r>
            <a:r>
              <a:rPr lang="cs-CZ" dirty="0"/>
              <a:t> </a:t>
            </a:r>
            <a:r>
              <a:rPr lang="cs-CZ" dirty="0" err="1"/>
              <a:t>unclear</a:t>
            </a:r>
            <a:r>
              <a:rPr lang="cs-CZ" dirty="0"/>
              <a:t> (They are </a:t>
            </a:r>
            <a:r>
              <a:rPr lang="cs-CZ" dirty="0" err="1"/>
              <a:t>mostly</a:t>
            </a:r>
            <a:r>
              <a:rPr lang="cs-CZ" dirty="0"/>
              <a:t> </a:t>
            </a:r>
            <a:r>
              <a:rPr lang="cs-CZ" dirty="0" err="1"/>
              <a:t>internal</a:t>
            </a:r>
            <a:r>
              <a:rPr lang="cs-CZ" dirty="0"/>
              <a:t> </a:t>
            </a:r>
            <a:r>
              <a:rPr lang="cs-CZ" dirty="0" err="1"/>
              <a:t>names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now</a:t>
            </a:r>
            <a:r>
              <a:rPr lang="cs-CZ" dirty="0"/>
              <a:t>)</a:t>
            </a:r>
          </a:p>
          <a:p>
            <a:pPr lvl="1"/>
            <a:endParaRPr lang="cs-CZ" dirty="0"/>
          </a:p>
          <a:p>
            <a:pPr lvl="1"/>
            <a:endParaRPr lang="cs-CZ" dirty="0"/>
          </a:p>
          <a:p>
            <a:pPr marL="457200" lvl="1" indent="0">
              <a:buNone/>
            </a:pPr>
            <a:endParaRPr lang="cs-CZ" dirty="0"/>
          </a:p>
        </p:txBody>
      </p:sp>
      <p:pic>
        <p:nvPicPr>
          <p:cNvPr id="4" name="Picture 2" descr="a white space ship is flying through a dark space">
            <a:extLst>
              <a:ext uri="{FF2B5EF4-FFF2-40B4-BE49-F238E27FC236}">
                <a16:creationId xmlns:a16="http://schemas.microsoft.com/office/drawing/2014/main" id="{67C96CA2-83E2-EFB4-0413-7DB325636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632" y="1735462"/>
            <a:ext cx="4119237" cy="231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144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E33352-E1C0-2076-700A-29AE721A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400" dirty="0" err="1"/>
              <a:t>What</a:t>
            </a:r>
            <a:r>
              <a:rPr lang="cs-CZ" sz="4400" dirty="0"/>
              <a:t> </a:t>
            </a:r>
            <a:r>
              <a:rPr lang="cs-CZ" sz="4400" dirty="0" err="1"/>
              <a:t>am</a:t>
            </a:r>
            <a:r>
              <a:rPr lang="cs-CZ" sz="4400" dirty="0"/>
              <a:t> I </a:t>
            </a:r>
            <a:r>
              <a:rPr lang="cs-CZ" sz="4400" dirty="0" err="1"/>
              <a:t>looking</a:t>
            </a:r>
            <a:r>
              <a:rPr lang="cs-CZ" sz="4400" dirty="0"/>
              <a:t> </a:t>
            </a:r>
            <a:r>
              <a:rPr lang="cs-CZ" sz="4400" dirty="0" err="1"/>
              <a:t>for</a:t>
            </a:r>
            <a:r>
              <a:rPr lang="cs-CZ" sz="4400" dirty="0"/>
              <a:t>?</a:t>
            </a:r>
            <a:endParaRPr lang="en-GB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C0FD15-4C5A-48F6-541F-1DF43E844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106333"/>
          </a:xfrm>
        </p:spPr>
        <p:txBody>
          <a:bodyPr anchor="t">
            <a:normAutofit fontScale="92500" lnSpcReduction="20000"/>
          </a:bodyPr>
          <a:lstStyle/>
          <a:p>
            <a:r>
              <a:rPr lang="cs-CZ" dirty="0" err="1"/>
              <a:t>Anything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think</a:t>
            </a:r>
            <a:r>
              <a:rPr lang="cs-CZ" dirty="0"/>
              <a:t> </a:t>
            </a:r>
            <a:r>
              <a:rPr lang="cs-CZ" dirty="0" err="1"/>
              <a:t>about</a:t>
            </a:r>
            <a:r>
              <a:rPr lang="cs-CZ" dirty="0"/>
              <a:t> </a:t>
            </a:r>
            <a:r>
              <a:rPr lang="cs-CZ" dirty="0" err="1"/>
              <a:t>really</a:t>
            </a:r>
            <a:endParaRPr lang="cs-CZ" dirty="0"/>
          </a:p>
          <a:p>
            <a:r>
              <a:rPr lang="cs-CZ" dirty="0"/>
              <a:t>But, most </a:t>
            </a:r>
            <a:r>
              <a:rPr lang="cs-CZ" dirty="0" err="1"/>
              <a:t>valuable</a:t>
            </a:r>
            <a:r>
              <a:rPr lang="cs-CZ" dirty="0"/>
              <a:t> </a:t>
            </a:r>
            <a:r>
              <a:rPr lang="cs-CZ" dirty="0" err="1"/>
              <a:t>would</a:t>
            </a:r>
            <a:r>
              <a:rPr lang="cs-CZ" dirty="0"/>
              <a:t> </a:t>
            </a:r>
            <a:r>
              <a:rPr lang="cs-CZ" dirty="0" err="1"/>
              <a:t>be</a:t>
            </a:r>
            <a:r>
              <a:rPr lang="cs-CZ" dirty="0"/>
              <a:t>:</a:t>
            </a:r>
          </a:p>
          <a:p>
            <a:pPr lvl="1"/>
            <a:r>
              <a:rPr lang="cs-CZ" dirty="0" err="1"/>
              <a:t>Ship</a:t>
            </a:r>
            <a:r>
              <a:rPr lang="cs-CZ" dirty="0"/>
              <a:t> </a:t>
            </a:r>
            <a:r>
              <a:rPr lang="cs-CZ" dirty="0" err="1"/>
              <a:t>handling</a:t>
            </a:r>
            <a:r>
              <a:rPr lang="cs-CZ" dirty="0"/>
              <a:t> (</a:t>
            </a:r>
            <a:r>
              <a:rPr lang="cs-CZ" dirty="0" err="1"/>
              <a:t>Does</a:t>
            </a:r>
            <a:r>
              <a:rPr lang="cs-CZ" dirty="0"/>
              <a:t> </a:t>
            </a:r>
            <a:r>
              <a:rPr lang="cs-CZ" dirty="0" err="1"/>
              <a:t>it</a:t>
            </a:r>
            <a:r>
              <a:rPr lang="cs-CZ" dirty="0"/>
              <a:t> slide </a:t>
            </a:r>
            <a:r>
              <a:rPr lang="cs-CZ" dirty="0" err="1"/>
              <a:t>too</a:t>
            </a:r>
            <a:r>
              <a:rPr lang="cs-CZ" dirty="0"/>
              <a:t> much?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acceleration</a:t>
            </a:r>
            <a:r>
              <a:rPr lang="cs-CZ" dirty="0"/>
              <a:t> </a:t>
            </a:r>
            <a:r>
              <a:rPr lang="cs-CZ" dirty="0" err="1"/>
              <a:t>too</a:t>
            </a:r>
            <a:r>
              <a:rPr lang="cs-CZ" dirty="0"/>
              <a:t> </a:t>
            </a:r>
            <a:r>
              <a:rPr lang="cs-CZ" dirty="0" err="1"/>
              <a:t>slow</a:t>
            </a:r>
            <a:r>
              <a:rPr lang="cs-CZ" dirty="0"/>
              <a:t>?</a:t>
            </a:r>
          </a:p>
          <a:p>
            <a:pPr lvl="1"/>
            <a:r>
              <a:rPr lang="cs-CZ" dirty="0" err="1"/>
              <a:t>Scale</a:t>
            </a:r>
            <a:r>
              <a:rPr lang="cs-CZ" dirty="0"/>
              <a:t> (Are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checkpoints</a:t>
            </a:r>
            <a:r>
              <a:rPr lang="cs-CZ" dirty="0"/>
              <a:t> </a:t>
            </a:r>
            <a:r>
              <a:rPr lang="cs-CZ" dirty="0" err="1"/>
              <a:t>too</a:t>
            </a:r>
            <a:r>
              <a:rPr lang="cs-CZ" dirty="0"/>
              <a:t> </a:t>
            </a:r>
            <a:r>
              <a:rPr lang="cs-CZ" dirty="0" err="1"/>
              <a:t>small</a:t>
            </a:r>
            <a:r>
              <a:rPr lang="cs-CZ" dirty="0"/>
              <a:t>? </a:t>
            </a:r>
            <a:r>
              <a:rPr lang="cs-CZ" dirty="0" err="1"/>
              <a:t>Does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ship</a:t>
            </a:r>
            <a:r>
              <a:rPr lang="cs-CZ" dirty="0"/>
              <a:t> </a:t>
            </a:r>
            <a:r>
              <a:rPr lang="cs-CZ" dirty="0" err="1"/>
              <a:t>often</a:t>
            </a:r>
            <a:r>
              <a:rPr lang="cs-CZ" dirty="0"/>
              <a:t> </a:t>
            </a:r>
            <a:r>
              <a:rPr lang="cs-CZ" dirty="0" err="1"/>
              <a:t>get</a:t>
            </a:r>
            <a:r>
              <a:rPr lang="cs-CZ" dirty="0"/>
              <a:t> </a:t>
            </a:r>
            <a:r>
              <a:rPr lang="cs-CZ" dirty="0" err="1"/>
              <a:t>snagged</a:t>
            </a:r>
            <a:r>
              <a:rPr lang="cs-CZ" dirty="0"/>
              <a:t> on </a:t>
            </a:r>
            <a:r>
              <a:rPr lang="cs-CZ" dirty="0" err="1"/>
              <a:t>the</a:t>
            </a:r>
            <a:r>
              <a:rPr lang="cs-CZ" dirty="0"/>
              <a:t> checkpoint </a:t>
            </a:r>
            <a:r>
              <a:rPr lang="cs-CZ" dirty="0" err="1"/>
              <a:t>sides</a:t>
            </a:r>
            <a:r>
              <a:rPr lang="cs-CZ" dirty="0"/>
              <a:t>?)</a:t>
            </a:r>
          </a:p>
          <a:p>
            <a:pPr lvl="1"/>
            <a:r>
              <a:rPr lang="cs-CZ" dirty="0" err="1"/>
              <a:t>What</a:t>
            </a:r>
            <a:r>
              <a:rPr lang="cs-CZ" dirty="0"/>
              <a:t> UI are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missing</a:t>
            </a:r>
            <a:r>
              <a:rPr lang="cs-CZ" dirty="0"/>
              <a:t>? </a:t>
            </a:r>
            <a:r>
              <a:rPr lang="cs-CZ" dirty="0" err="1"/>
              <a:t>Pointers</a:t>
            </a:r>
            <a:r>
              <a:rPr lang="cs-CZ" dirty="0"/>
              <a:t> to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next</a:t>
            </a:r>
            <a:r>
              <a:rPr lang="cs-CZ" dirty="0"/>
              <a:t> checkpoint </a:t>
            </a:r>
            <a:r>
              <a:rPr lang="cs-CZ" dirty="0" err="1"/>
              <a:t>maybe</a:t>
            </a:r>
            <a:r>
              <a:rPr lang="cs-CZ" dirty="0"/>
              <a:t>? Centre-</a:t>
            </a:r>
            <a:r>
              <a:rPr lang="cs-CZ" dirty="0" err="1"/>
              <a:t>of</a:t>
            </a:r>
            <a:r>
              <a:rPr lang="cs-CZ" dirty="0"/>
              <a:t>-</a:t>
            </a:r>
            <a:r>
              <a:rPr lang="cs-CZ" dirty="0" err="1"/>
              <a:t>screen</a:t>
            </a:r>
            <a:r>
              <a:rPr lang="cs-CZ" dirty="0"/>
              <a:t> </a:t>
            </a:r>
            <a:r>
              <a:rPr lang="cs-CZ" dirty="0" err="1"/>
              <a:t>dot</a:t>
            </a:r>
            <a:r>
              <a:rPr lang="cs-CZ" dirty="0"/>
              <a:t>? </a:t>
            </a:r>
            <a:r>
              <a:rPr lang="cs-CZ" dirty="0" err="1"/>
              <a:t>Can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tell</a:t>
            </a:r>
            <a:r>
              <a:rPr lang="cs-CZ" dirty="0"/>
              <a:t> </a:t>
            </a:r>
            <a:r>
              <a:rPr lang="cs-CZ" dirty="0" err="1"/>
              <a:t>which</a:t>
            </a:r>
            <a:r>
              <a:rPr lang="cs-CZ" dirty="0"/>
              <a:t> </a:t>
            </a:r>
            <a:r>
              <a:rPr lang="cs-CZ" dirty="0" err="1"/>
              <a:t>way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ship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going</a:t>
            </a:r>
            <a:r>
              <a:rPr lang="cs-CZ" dirty="0"/>
              <a:t> to </a:t>
            </a:r>
            <a:r>
              <a:rPr lang="cs-CZ" dirty="0" err="1"/>
              <a:t>rotate</a:t>
            </a:r>
            <a:r>
              <a:rPr lang="cs-CZ" dirty="0"/>
              <a:t> via </a:t>
            </a:r>
            <a:r>
              <a:rPr lang="cs-CZ" dirty="0" err="1"/>
              <a:t>mouse</a:t>
            </a:r>
            <a:r>
              <a:rPr lang="cs-CZ" dirty="0"/>
              <a:t> </a:t>
            </a:r>
            <a:r>
              <a:rPr lang="cs-CZ" dirty="0" err="1"/>
              <a:t>controls</a:t>
            </a:r>
            <a:r>
              <a:rPr lang="cs-CZ" dirty="0"/>
              <a:t>?</a:t>
            </a:r>
          </a:p>
          <a:p>
            <a:pPr lvl="1"/>
            <a:r>
              <a:rPr lang="cs-CZ" dirty="0" err="1"/>
              <a:t>Did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get</a:t>
            </a:r>
            <a:r>
              <a:rPr lang="cs-CZ" dirty="0"/>
              <a:t> </a:t>
            </a:r>
            <a:r>
              <a:rPr lang="cs-CZ" dirty="0" err="1"/>
              <a:t>lost</a:t>
            </a:r>
            <a:r>
              <a:rPr lang="cs-CZ" dirty="0"/>
              <a:t> in any </a:t>
            </a:r>
            <a:r>
              <a:rPr lang="cs-CZ" dirty="0" err="1"/>
              <a:t>way</a:t>
            </a:r>
            <a:r>
              <a:rPr lang="cs-CZ" dirty="0"/>
              <a:t>?</a:t>
            </a:r>
          </a:p>
          <a:p>
            <a:pPr lvl="1"/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color</a:t>
            </a:r>
            <a:r>
              <a:rPr lang="cs-CZ" dirty="0"/>
              <a:t> </a:t>
            </a:r>
            <a:r>
              <a:rPr lang="cs-CZ" dirty="0" err="1"/>
              <a:t>scheme</a:t>
            </a:r>
            <a:r>
              <a:rPr lang="cs-CZ" dirty="0"/>
              <a:t> OK and </a:t>
            </a:r>
            <a:r>
              <a:rPr lang="cs-CZ" dirty="0" err="1"/>
              <a:t>if</a:t>
            </a:r>
            <a:r>
              <a:rPr lang="cs-CZ" dirty="0"/>
              <a:t> not, </a:t>
            </a:r>
            <a:r>
              <a:rPr lang="cs-CZ" dirty="0" err="1"/>
              <a:t>what</a:t>
            </a:r>
            <a:r>
              <a:rPr lang="cs-CZ" dirty="0"/>
              <a:t> </a:t>
            </a:r>
            <a:r>
              <a:rPr lang="cs-CZ" dirty="0" err="1"/>
              <a:t>was</a:t>
            </a:r>
            <a:r>
              <a:rPr lang="cs-CZ" dirty="0"/>
              <a:t> hard to </a:t>
            </a:r>
            <a:r>
              <a:rPr lang="cs-CZ" dirty="0" err="1"/>
              <a:t>see</a:t>
            </a:r>
            <a:r>
              <a:rPr lang="cs-CZ" dirty="0"/>
              <a:t>?</a:t>
            </a:r>
          </a:p>
          <a:p>
            <a:r>
              <a:rPr lang="cs-CZ" dirty="0" err="1"/>
              <a:t>If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wanted</a:t>
            </a:r>
            <a:r>
              <a:rPr lang="cs-CZ" dirty="0"/>
              <a:t> a </a:t>
            </a:r>
            <a:r>
              <a:rPr lang="cs-CZ" dirty="0" err="1"/>
              <a:t>feature</a:t>
            </a:r>
            <a:r>
              <a:rPr lang="cs-CZ" dirty="0"/>
              <a:t> to make </a:t>
            </a:r>
            <a:r>
              <a:rPr lang="cs-CZ" dirty="0" err="1"/>
              <a:t>the</a:t>
            </a:r>
            <a:r>
              <a:rPr lang="cs-CZ" dirty="0"/>
              <a:t> game </a:t>
            </a:r>
            <a:r>
              <a:rPr lang="cs-CZ" dirty="0" err="1"/>
              <a:t>feel</a:t>
            </a:r>
            <a:r>
              <a:rPr lang="cs-CZ" dirty="0"/>
              <a:t> </a:t>
            </a:r>
            <a:r>
              <a:rPr lang="cs-CZ" dirty="0" err="1"/>
              <a:t>nicer</a:t>
            </a:r>
            <a:r>
              <a:rPr lang="cs-CZ" dirty="0"/>
              <a:t>, </a:t>
            </a:r>
            <a:r>
              <a:rPr lang="cs-CZ" dirty="0" err="1"/>
              <a:t>what</a:t>
            </a:r>
            <a:r>
              <a:rPr lang="cs-CZ" dirty="0"/>
              <a:t> </a:t>
            </a:r>
            <a:r>
              <a:rPr lang="cs-CZ" dirty="0" err="1"/>
              <a:t>would</a:t>
            </a:r>
            <a:r>
              <a:rPr lang="cs-CZ" dirty="0"/>
              <a:t> </a:t>
            </a:r>
            <a:r>
              <a:rPr lang="cs-CZ" dirty="0" err="1"/>
              <a:t>it</a:t>
            </a:r>
            <a:r>
              <a:rPr lang="cs-CZ" dirty="0"/>
              <a:t> </a:t>
            </a:r>
            <a:r>
              <a:rPr lang="cs-CZ" dirty="0" err="1"/>
              <a:t>be</a:t>
            </a:r>
            <a:r>
              <a:rPr lang="cs-CZ" dirty="0"/>
              <a:t>?</a:t>
            </a:r>
          </a:p>
          <a:p>
            <a:pPr lvl="1"/>
            <a:r>
              <a:rPr lang="cs-CZ" dirty="0"/>
              <a:t>Music?</a:t>
            </a:r>
          </a:p>
          <a:p>
            <a:pPr lvl="1"/>
            <a:r>
              <a:rPr lang="cs-CZ" dirty="0" err="1"/>
              <a:t>Dynamic</a:t>
            </a:r>
            <a:r>
              <a:rPr lang="cs-CZ" dirty="0"/>
              <a:t> </a:t>
            </a:r>
            <a:r>
              <a:rPr lang="cs-CZ" dirty="0" err="1"/>
              <a:t>camera</a:t>
            </a:r>
            <a:r>
              <a:rPr lang="cs-CZ" dirty="0"/>
              <a:t> so </a:t>
            </a:r>
            <a:r>
              <a:rPr lang="cs-CZ" dirty="0" err="1"/>
              <a:t>it</a:t>
            </a:r>
            <a:r>
              <a:rPr lang="cs-CZ" dirty="0"/>
              <a:t> </a:t>
            </a:r>
            <a:r>
              <a:rPr lang="cs-CZ" dirty="0" err="1"/>
              <a:t>feels</a:t>
            </a:r>
            <a:r>
              <a:rPr lang="cs-CZ" dirty="0"/>
              <a:t> </a:t>
            </a:r>
            <a:r>
              <a:rPr lang="cs-CZ" dirty="0" err="1"/>
              <a:t>like</a:t>
            </a:r>
            <a:r>
              <a:rPr lang="cs-CZ" dirty="0"/>
              <a:t> </a:t>
            </a:r>
            <a:r>
              <a:rPr lang="cs-CZ" dirty="0" err="1"/>
              <a:t>first</a:t>
            </a:r>
            <a:r>
              <a:rPr lang="cs-CZ" dirty="0"/>
              <a:t> </a:t>
            </a:r>
            <a:r>
              <a:rPr lang="cs-CZ" dirty="0" err="1"/>
              <a:t>pirson</a:t>
            </a:r>
            <a:r>
              <a:rPr lang="cs-CZ" dirty="0"/>
              <a:t> </a:t>
            </a:r>
            <a:r>
              <a:rPr lang="cs-CZ" dirty="0" err="1"/>
              <a:t>instead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a </a:t>
            </a:r>
            <a:r>
              <a:rPr lang="cs-CZ" dirty="0" err="1"/>
              <a:t>camera</a:t>
            </a:r>
            <a:r>
              <a:rPr lang="cs-CZ" dirty="0"/>
              <a:t> </a:t>
            </a:r>
            <a:r>
              <a:rPr lang="cs-CZ" dirty="0" err="1"/>
              <a:t>maybe</a:t>
            </a:r>
            <a:r>
              <a:rPr lang="cs-CZ" dirty="0"/>
              <a:t>?</a:t>
            </a:r>
          </a:p>
          <a:p>
            <a:pPr lvl="1"/>
            <a:r>
              <a:rPr lang="cs-CZ" dirty="0"/>
              <a:t>Time </a:t>
            </a:r>
            <a:r>
              <a:rPr lang="cs-CZ" dirty="0" err="1"/>
              <a:t>splits</a:t>
            </a:r>
            <a:r>
              <a:rPr lang="cs-CZ" dirty="0"/>
              <a:t>?</a:t>
            </a:r>
          </a:p>
          <a:p>
            <a:pPr lvl="1"/>
            <a:r>
              <a:rPr lang="cs-CZ" dirty="0"/>
              <a:t>Or a </a:t>
            </a:r>
            <a:r>
              <a:rPr lang="cs-CZ" dirty="0" err="1"/>
              <a:t>hotkey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some</a:t>
            </a:r>
            <a:r>
              <a:rPr lang="cs-CZ" dirty="0"/>
              <a:t> </a:t>
            </a:r>
            <a:r>
              <a:rPr lang="cs-CZ" dirty="0" err="1"/>
              <a:t>control</a:t>
            </a:r>
            <a:r>
              <a:rPr lang="cs-CZ" dirty="0"/>
              <a:t> </a:t>
            </a:r>
            <a:r>
              <a:rPr lang="cs-CZ" dirty="0" err="1"/>
              <a:t>function</a:t>
            </a:r>
            <a:r>
              <a:rPr lang="cs-CZ" dirty="0"/>
              <a:t>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993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EFC22F-C70B-89A4-5D63-69052B2E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 err="1"/>
              <a:t>Thanks</a:t>
            </a:r>
            <a:r>
              <a:rPr lang="cs-CZ" sz="4800" dirty="0"/>
              <a:t> </a:t>
            </a:r>
            <a:r>
              <a:rPr lang="cs-CZ" sz="4800" dirty="0" err="1"/>
              <a:t>for</a:t>
            </a:r>
            <a:r>
              <a:rPr lang="cs-CZ" sz="4800" dirty="0"/>
              <a:t> </a:t>
            </a:r>
            <a:r>
              <a:rPr lang="cs-CZ" sz="4800" dirty="0" err="1"/>
              <a:t>the</a:t>
            </a:r>
            <a:r>
              <a:rPr lang="cs-CZ" sz="4800" dirty="0"/>
              <a:t> </a:t>
            </a:r>
            <a:r>
              <a:rPr lang="cs-CZ" sz="4800" dirty="0" err="1"/>
              <a:t>help</a:t>
            </a:r>
            <a:r>
              <a:rPr lang="cs-CZ" sz="4800" dirty="0"/>
              <a:t>!</a:t>
            </a:r>
            <a:endParaRPr lang="en-GB" sz="48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81606E-F3A8-590E-EE3E-DCB3DEEF5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146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b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{249691FB-33A3-4505-9D6A-49D9B1DE656F}TFb5ae2469-0bae-4978-b0e0-39dd046150ff9a115ede-a9c3cc5252b0</Template>
  <TotalTime>17</TotalTime>
  <Words>303</Words>
  <Application>Microsoft Office PowerPoint</Application>
  <PresentationFormat>Širokoúhlá obrazovka</PresentationFormat>
  <Paragraphs>29</Paragraphs>
  <Slides>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Nebe</vt:lpstr>
      <vt:lpstr>Game test</vt:lpstr>
      <vt:lpstr>Important bits up front</vt:lpstr>
      <vt:lpstr>What am I looking for?</vt:lpstr>
      <vt:lpstr>Thanks for the help!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Matyáš Halíř</dc:creator>
  <cp:lastModifiedBy>Matyáš Halíř</cp:lastModifiedBy>
  <cp:revision>5</cp:revision>
  <dcterms:created xsi:type="dcterms:W3CDTF">2026-10-17T22:26:35Z</dcterms:created>
  <dcterms:modified xsi:type="dcterms:W3CDTF">2026-10-17T22:45:45Z</dcterms:modified>
</cp:coreProperties>
</file>