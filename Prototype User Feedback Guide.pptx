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cs-CZ"/>
              <a:t>Kliknutím můžete upravit styl předlohy.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tický obrázek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ázev a popis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ce s popis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menov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menovka s citac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cs-CZ"/>
              <a:t>Po kliknutí můžete upravovat styly textu v předloze.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avda nebo neprav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cs-CZ"/>
              <a:t>Po kliknutí můžete upravovat styly textu v předloze.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10/20/2026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7C107DA-FD3C-99F1-75A4-564C9F30C3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cs-CZ" sz="6000" dirty="0"/>
              <a:t>Game test</a:t>
            </a:r>
            <a:endParaRPr lang="en-GB" sz="6000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14081E79-35DE-6489-5430-FD8C7D5AD7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39839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0546C8-9436-0EF1-B9F3-B84011470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sz="4400" dirty="0" err="1"/>
              <a:t>Important</a:t>
            </a:r>
            <a:r>
              <a:rPr lang="cs-CZ" sz="4400" dirty="0"/>
              <a:t> </a:t>
            </a:r>
            <a:r>
              <a:rPr lang="cs-CZ" sz="4400" dirty="0" err="1"/>
              <a:t>bits</a:t>
            </a:r>
            <a:r>
              <a:rPr lang="cs-CZ" sz="4400" dirty="0"/>
              <a:t> up front</a:t>
            </a:r>
            <a:endParaRPr lang="en-GB" sz="4400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2A1208C-90A7-239E-3D98-4A953EFA5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735462"/>
            <a:ext cx="10131425" cy="4700849"/>
          </a:xfrm>
        </p:spPr>
        <p:txBody>
          <a:bodyPr anchor="t">
            <a:normAutofit fontScale="85000" lnSpcReduction="20000"/>
          </a:bodyPr>
          <a:lstStyle/>
          <a:p>
            <a:r>
              <a:rPr lang="en-GB" noProof="0" dirty="0"/>
              <a:t>Controls like in </a:t>
            </a:r>
            <a:r>
              <a:rPr lang="en-GB" noProof="0" dirty="0" err="1"/>
              <a:t>Elite:Dangerous</a:t>
            </a:r>
            <a:endParaRPr lang="en-GB" noProof="0" dirty="0"/>
          </a:p>
          <a:p>
            <a:r>
              <a:rPr lang="en-GB" noProof="0" dirty="0"/>
              <a:t>That means:</a:t>
            </a:r>
          </a:p>
          <a:p>
            <a:pPr lvl="1"/>
            <a:r>
              <a:rPr lang="en-GB" noProof="0" dirty="0"/>
              <a:t>W/S Forward/Back</a:t>
            </a:r>
          </a:p>
          <a:p>
            <a:pPr lvl="1"/>
            <a:r>
              <a:rPr lang="en-GB" noProof="0" dirty="0"/>
              <a:t>Q/E Left/Right</a:t>
            </a:r>
          </a:p>
          <a:p>
            <a:pPr lvl="1"/>
            <a:r>
              <a:rPr lang="en-GB" noProof="0" dirty="0"/>
              <a:t>R/F Up/Down</a:t>
            </a:r>
          </a:p>
          <a:p>
            <a:pPr lvl="1"/>
            <a:r>
              <a:rPr lang="en-GB" noProof="0" dirty="0"/>
              <a:t>A/D is either Yaw or Roll (Set it up)</a:t>
            </a:r>
          </a:p>
          <a:p>
            <a:pPr lvl="1"/>
            <a:r>
              <a:rPr lang="en-GB" noProof="0" dirty="0"/>
              <a:t>Remaining of Pitch/Yaw/Roll on mouse, OR with KB-only controls, on I/K and J/L</a:t>
            </a:r>
          </a:p>
          <a:p>
            <a:pPr lvl="1"/>
            <a:r>
              <a:rPr lang="en-GB" noProof="0" dirty="0"/>
              <a:t>There is also a control scheme reminiscent of </a:t>
            </a:r>
            <a:r>
              <a:rPr lang="en-GB" i="1" noProof="0" dirty="0" err="1"/>
              <a:t>Kerbal</a:t>
            </a:r>
            <a:r>
              <a:rPr lang="en-GB" i="1" noProof="0" dirty="0"/>
              <a:t> Space Program</a:t>
            </a:r>
            <a:r>
              <a:rPr lang="en-GB" noProof="0" dirty="0"/>
              <a:t> (Shift/Ctrl for Forward, Vertical, Lateral on IJKL, Roll on Q/E, Yaw on A/D and Pitch on W/S</a:t>
            </a:r>
          </a:p>
          <a:p>
            <a:r>
              <a:rPr lang="en-GB" noProof="0" dirty="0"/>
              <a:t>Backspace will </a:t>
            </a:r>
            <a:r>
              <a:rPr lang="en-GB" i="1" noProof="0" dirty="0"/>
              <a:t>restart </a:t>
            </a:r>
            <a:r>
              <a:rPr lang="en-GB" noProof="0" dirty="0"/>
              <a:t>a level, Escape brings you back to the menu.</a:t>
            </a:r>
          </a:p>
          <a:p>
            <a:r>
              <a:rPr lang="en-GB" noProof="0" dirty="0"/>
              <a:t>How to play?</a:t>
            </a:r>
          </a:p>
          <a:p>
            <a:pPr lvl="1"/>
            <a:r>
              <a:rPr lang="en-GB" noProof="0" dirty="0"/>
              <a:t>You can fly in the flight test to test the handling (Including a handy obstacle field)</a:t>
            </a:r>
          </a:p>
          <a:p>
            <a:pPr lvl="1"/>
            <a:r>
              <a:rPr lang="en-GB" noProof="0" dirty="0"/>
              <a:t>Or try the prototype level (Pass through all the checkpoint rings that have the translucent barrier and into the finish!)</a:t>
            </a:r>
          </a:p>
          <a:p>
            <a:pPr lvl="1"/>
            <a:r>
              <a:rPr lang="en-GB" noProof="0" dirty="0"/>
              <a:t>Try the different control options! Ask if it‘s unclear (They are mostly internal names for now)</a:t>
            </a:r>
            <a:endParaRPr lang="cs-CZ" noProof="0" dirty="0"/>
          </a:p>
          <a:p>
            <a:pPr lvl="1"/>
            <a:r>
              <a:rPr lang="cs-CZ" dirty="0"/>
              <a:t>I </a:t>
            </a:r>
            <a:r>
              <a:rPr lang="cs-CZ" dirty="0" err="1"/>
              <a:t>recommend</a:t>
            </a:r>
            <a:r>
              <a:rPr lang="cs-CZ" dirty="0"/>
              <a:t> </a:t>
            </a:r>
            <a:r>
              <a:rPr lang="cs-CZ" dirty="0" err="1"/>
              <a:t>first</a:t>
            </a:r>
            <a:r>
              <a:rPr lang="cs-CZ" dirty="0"/>
              <a:t> </a:t>
            </a:r>
            <a:r>
              <a:rPr lang="cs-CZ" dirty="0" err="1"/>
              <a:t>trying</a:t>
            </a:r>
            <a:r>
              <a:rPr lang="cs-CZ" dirty="0"/>
              <a:t> Mouse as </a:t>
            </a:r>
            <a:r>
              <a:rPr lang="cs-CZ" dirty="0" err="1"/>
              <a:t>rotation</a:t>
            </a:r>
            <a:r>
              <a:rPr lang="cs-CZ" dirty="0"/>
              <a:t> </a:t>
            </a:r>
            <a:r>
              <a:rPr lang="cs-CZ" dirty="0" err="1"/>
              <a:t>Velocity</a:t>
            </a:r>
            <a:r>
              <a:rPr lang="cs-CZ" dirty="0"/>
              <a:t>, FA-on, forward as </a:t>
            </a:r>
            <a:r>
              <a:rPr lang="cs-CZ" dirty="0" err="1"/>
              <a:t>throttle</a:t>
            </a:r>
            <a:r>
              <a:rPr lang="cs-CZ" dirty="0"/>
              <a:t>. </a:t>
            </a:r>
            <a:r>
              <a:rPr lang="cs-CZ" dirty="0" err="1"/>
              <a:t>Then</a:t>
            </a:r>
            <a:r>
              <a:rPr lang="cs-CZ" dirty="0"/>
              <a:t> </a:t>
            </a:r>
            <a:r>
              <a:rPr lang="cs-CZ" dirty="0" err="1"/>
              <a:t>moving</a:t>
            </a:r>
            <a:r>
              <a:rPr lang="cs-CZ" dirty="0"/>
              <a:t> to FA-</a:t>
            </a:r>
            <a:r>
              <a:rPr lang="cs-CZ" dirty="0" err="1"/>
              <a:t>off</a:t>
            </a:r>
            <a:r>
              <a:rPr lang="cs-CZ" dirty="0"/>
              <a:t>, </a:t>
            </a:r>
            <a:r>
              <a:rPr lang="cs-CZ" dirty="0" err="1"/>
              <a:t>Rotation</a:t>
            </a:r>
            <a:r>
              <a:rPr lang="cs-CZ" dirty="0"/>
              <a:t> on KB </a:t>
            </a:r>
            <a:r>
              <a:rPr lang="cs-CZ" dirty="0" err="1"/>
              <a:t>stabilized</a:t>
            </a:r>
            <a:r>
              <a:rPr lang="cs-CZ" dirty="0"/>
              <a:t>.</a:t>
            </a:r>
            <a:endParaRPr lang="en-GB" noProof="0" dirty="0"/>
          </a:p>
          <a:p>
            <a:pPr lvl="1"/>
            <a:endParaRPr lang="cs-CZ" dirty="0"/>
          </a:p>
          <a:p>
            <a:pPr lvl="1"/>
            <a:endParaRPr lang="cs-CZ" dirty="0"/>
          </a:p>
          <a:p>
            <a:pPr marL="457200" lvl="1" indent="0">
              <a:buNone/>
            </a:pPr>
            <a:endParaRPr lang="cs-CZ" dirty="0"/>
          </a:p>
        </p:txBody>
      </p:sp>
      <p:pic>
        <p:nvPicPr>
          <p:cNvPr id="4" name="Picture 2" descr="a white space ship is flying through a dark space">
            <a:extLst>
              <a:ext uri="{FF2B5EF4-FFF2-40B4-BE49-F238E27FC236}">
                <a16:creationId xmlns:a16="http://schemas.microsoft.com/office/drawing/2014/main" id="{67C96CA2-83E2-EFB4-0413-7DB325636D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6962" y="1433621"/>
            <a:ext cx="4119237" cy="2317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7144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5E33352-E1C0-2076-700A-29AE721A0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sz="4400" dirty="0" err="1"/>
              <a:t>What</a:t>
            </a:r>
            <a:r>
              <a:rPr lang="cs-CZ" sz="4400" dirty="0"/>
              <a:t> </a:t>
            </a:r>
            <a:r>
              <a:rPr lang="cs-CZ" sz="4400" dirty="0" err="1"/>
              <a:t>am</a:t>
            </a:r>
            <a:r>
              <a:rPr lang="cs-CZ" sz="4400" dirty="0"/>
              <a:t> I </a:t>
            </a:r>
            <a:r>
              <a:rPr lang="cs-CZ" sz="4400" dirty="0" err="1"/>
              <a:t>looking</a:t>
            </a:r>
            <a:r>
              <a:rPr lang="cs-CZ" sz="4400" dirty="0"/>
              <a:t> </a:t>
            </a:r>
            <a:r>
              <a:rPr lang="cs-CZ" sz="4400" dirty="0" err="1"/>
              <a:t>for</a:t>
            </a:r>
            <a:r>
              <a:rPr lang="cs-CZ" sz="4400" dirty="0"/>
              <a:t>?</a:t>
            </a:r>
            <a:endParaRPr lang="en-GB" sz="4400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2C0FD15-4C5A-48F6-541F-1DF43E844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142067"/>
            <a:ext cx="10131425" cy="4106333"/>
          </a:xfrm>
        </p:spPr>
        <p:txBody>
          <a:bodyPr anchor="t">
            <a:normAutofit fontScale="92500" lnSpcReduction="20000"/>
          </a:bodyPr>
          <a:lstStyle/>
          <a:p>
            <a:r>
              <a:rPr lang="en-GB" noProof="0" dirty="0"/>
              <a:t>Anything you think about really</a:t>
            </a:r>
          </a:p>
          <a:p>
            <a:r>
              <a:rPr lang="en-GB" noProof="0" dirty="0"/>
              <a:t>But, most valuable would be:</a:t>
            </a:r>
          </a:p>
          <a:p>
            <a:pPr lvl="1"/>
            <a:r>
              <a:rPr lang="en-GB" noProof="0" dirty="0"/>
              <a:t>Ship handling (Does it slide too much? Is the acceleration too slow?</a:t>
            </a:r>
          </a:p>
          <a:p>
            <a:pPr lvl="1"/>
            <a:r>
              <a:rPr lang="en-GB" noProof="0" dirty="0"/>
              <a:t>Scale (Are the checkpoints too small? Does the ship often get snagged on the checkpoint sides?)</a:t>
            </a:r>
          </a:p>
          <a:p>
            <a:pPr lvl="1"/>
            <a:r>
              <a:rPr lang="en-GB" noProof="0" dirty="0"/>
              <a:t>What UI are you missing? Pointers to the next checkpoint maybe? Centre-of-screen dot? Can you tell which way the ship is going to rotate via mouse controls?</a:t>
            </a:r>
          </a:p>
          <a:p>
            <a:pPr lvl="1"/>
            <a:r>
              <a:rPr lang="en-GB" noProof="0" dirty="0"/>
              <a:t>Did you get lost in any way?</a:t>
            </a:r>
          </a:p>
          <a:p>
            <a:pPr lvl="1"/>
            <a:r>
              <a:rPr lang="en-GB" noProof="0" dirty="0"/>
              <a:t>Is the </a:t>
            </a:r>
            <a:r>
              <a:rPr lang="en-GB" noProof="0" dirty="0" err="1"/>
              <a:t>color</a:t>
            </a:r>
            <a:r>
              <a:rPr lang="en-GB" noProof="0" dirty="0"/>
              <a:t> scheme OK and if not, what was hard to see?</a:t>
            </a:r>
          </a:p>
          <a:p>
            <a:r>
              <a:rPr lang="en-GB" noProof="0" dirty="0"/>
              <a:t>If you wanted a feature to make the game feel nicer, what would it be?</a:t>
            </a:r>
          </a:p>
          <a:p>
            <a:pPr lvl="1"/>
            <a:r>
              <a:rPr lang="en-GB" noProof="0" dirty="0"/>
              <a:t>Music?</a:t>
            </a:r>
          </a:p>
          <a:p>
            <a:pPr lvl="1"/>
            <a:r>
              <a:rPr lang="en-GB" noProof="0" dirty="0"/>
              <a:t>Dynamic camera so it feels like first person instead of a camera maybe?</a:t>
            </a:r>
          </a:p>
          <a:p>
            <a:pPr lvl="1"/>
            <a:r>
              <a:rPr lang="en-GB" noProof="0" dirty="0"/>
              <a:t>Time splits?</a:t>
            </a:r>
          </a:p>
          <a:p>
            <a:pPr lvl="1"/>
            <a:r>
              <a:rPr lang="en-GB" noProof="0" dirty="0"/>
              <a:t>Or a hotkey for some control function?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9930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5EFC22F-C70B-89A4-5D63-69052B2E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sz="4800" dirty="0" err="1"/>
              <a:t>Thanks</a:t>
            </a:r>
            <a:r>
              <a:rPr lang="cs-CZ" sz="4800" dirty="0"/>
              <a:t> </a:t>
            </a:r>
            <a:r>
              <a:rPr lang="cs-CZ" sz="4800" dirty="0" err="1"/>
              <a:t>for</a:t>
            </a:r>
            <a:r>
              <a:rPr lang="cs-CZ" sz="4800" dirty="0"/>
              <a:t> </a:t>
            </a:r>
            <a:r>
              <a:rPr lang="cs-CZ" sz="4800" dirty="0" err="1"/>
              <a:t>the</a:t>
            </a:r>
            <a:r>
              <a:rPr lang="cs-CZ" sz="4800" dirty="0"/>
              <a:t> </a:t>
            </a:r>
            <a:r>
              <a:rPr lang="cs-CZ" sz="4800" dirty="0" err="1"/>
              <a:t>help</a:t>
            </a:r>
            <a:r>
              <a:rPr lang="cs-CZ" sz="4800" dirty="0"/>
              <a:t>!</a:t>
            </a:r>
            <a:endParaRPr lang="en-GB" sz="4800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D81606E-F3A8-590E-EE3E-DCB3DEEF5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814621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Nebe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{249691FB-33A3-4505-9D6A-49D9B1DE656F}TFb5ae2469-0bae-4978-b0e0-39dd046150ff9a115ede-a9c3cc5252b0</Template>
  <TotalTime>56</TotalTime>
  <Words>369</Words>
  <Application>Microsoft Office PowerPoint</Application>
  <PresentationFormat>Širokoúhlá obrazovka</PresentationFormat>
  <Paragraphs>31</Paragraphs>
  <Slides>4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Nebe</vt:lpstr>
      <vt:lpstr>Game test</vt:lpstr>
      <vt:lpstr>Important bits up front</vt:lpstr>
      <vt:lpstr>What am I looking for?</vt:lpstr>
      <vt:lpstr>Thanks for the help!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Matyáš Halíř</dc:creator>
  <cp:lastModifiedBy>Matyáš Halíř</cp:lastModifiedBy>
  <cp:revision>8</cp:revision>
  <dcterms:created xsi:type="dcterms:W3CDTF">2026-10-17T22:26:35Z</dcterms:created>
  <dcterms:modified xsi:type="dcterms:W3CDTF">2026-10-20T14:19:16Z</dcterms:modified>
</cp:coreProperties>
</file>